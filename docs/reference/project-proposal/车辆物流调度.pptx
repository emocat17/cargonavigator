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38" r:id="rId3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DE5B81-A877-4ECC-8DE4-E1EA92033019}">
          <p14:sldIdLst>
            <p14:sldId id="3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9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/>
  <p:cmAuthor id="2" name="作者" initials="A" lastIdx="0" clrIdx="0"/>
  <p:cmAuthor id="3" name="xwp" initials="x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6F2"/>
    <a:srgbClr val="E6E0EC"/>
    <a:srgbClr val="5B9BD5"/>
    <a:srgbClr val="80FF00"/>
    <a:srgbClr val="F7EED6"/>
    <a:srgbClr val="9999FF"/>
    <a:srgbClr val="F74E27"/>
    <a:srgbClr val="61A1D7"/>
    <a:srgbClr val="33E2D7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18" y="67"/>
      </p:cViewPr>
      <p:guideLst>
        <p:guide orient="horz" pos="2164"/>
        <p:guide pos="392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8"/>
          <p:cNvSpPr/>
          <p:nvPr/>
        </p:nvSpPr>
        <p:spPr>
          <a:xfrm>
            <a:off x="78920" y="2038784"/>
            <a:ext cx="7728032" cy="148416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1489625" y="214839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数据安全存储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8" name="CustomShape 13"/>
          <p:cNvSpPr/>
          <p:nvPr/>
        </p:nvSpPr>
        <p:spPr>
          <a:xfrm>
            <a:off x="1489625" y="284595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日志行为分析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7518" y="2518886"/>
            <a:ext cx="11074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数据管理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与计算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95624" y="88776"/>
            <a:ext cx="9744987" cy="1797017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60678" y="852226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应用层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CustomShape 9"/>
          <p:cNvSpPr/>
          <p:nvPr/>
        </p:nvSpPr>
        <p:spPr>
          <a:xfrm>
            <a:off x="1266613" y="195067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数据分享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5" name="CustomShape 15"/>
          <p:cNvSpPr/>
          <p:nvPr/>
        </p:nvSpPr>
        <p:spPr>
          <a:xfrm>
            <a:off x="78920" y="6055749"/>
            <a:ext cx="7711328" cy="622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0674" y="6219222"/>
            <a:ext cx="17373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数据层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CustomShape 9"/>
          <p:cNvSpPr/>
          <p:nvPr/>
        </p:nvSpPr>
        <p:spPr>
          <a:xfrm>
            <a:off x="1489626" y="6147313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统一路网图谱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3594573" y="61374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多模态知识库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4" name="CustomShape 9"/>
          <p:cNvSpPr/>
          <p:nvPr/>
        </p:nvSpPr>
        <p:spPr>
          <a:xfrm>
            <a:off x="5706466" y="61374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数据融合服务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5624" y="3749623"/>
            <a:ext cx="7711328" cy="2190679"/>
            <a:chOff x="95624" y="3749623"/>
            <a:chExt cx="7711328" cy="2190679"/>
          </a:xfrm>
        </p:grpSpPr>
        <p:sp>
          <p:nvSpPr>
            <p:cNvPr id="45" name="文本框 44"/>
            <p:cNvSpPr txBox="1"/>
            <p:nvPr/>
          </p:nvSpPr>
          <p:spPr>
            <a:xfrm>
              <a:off x="277234" y="4450663"/>
              <a:ext cx="1016635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latin typeface="+mn-ea"/>
                </a:defRPr>
              </a:lvl1pPr>
            </a:lstStyle>
            <a:p>
              <a:r>
                <a:rPr lang="zh-CN" altLang="en-US" b="0">
                  <a:latin typeface="黑体" panose="02010609060101010101" charset="-122"/>
                  <a:ea typeface="黑体" panose="02010609060101010101" charset="-122"/>
                </a:rPr>
                <a:t>智能编</a:t>
              </a:r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  <a:p>
              <a:r>
                <a:rPr lang="zh-CN" altLang="en-US" b="0">
                  <a:latin typeface="黑体" panose="02010609060101010101" charset="-122"/>
                  <a:ea typeface="黑体" panose="02010609060101010101" charset="-122"/>
                </a:rPr>
                <a:t>排引擎</a:t>
              </a:r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471251" y="3931395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LLM</a:t>
              </a:r>
              <a:r>
                <a:rPr lang="zh-CN" altLang="en-US" b="1"/>
                <a:t>智能体</a:t>
              </a:r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 b="1"/>
            </a:p>
          </p:txBody>
        </p:sp>
        <p:sp>
          <p:nvSpPr>
            <p:cNvPr id="47" name="矩形 46"/>
            <p:cNvSpPr/>
            <p:nvPr/>
          </p:nvSpPr>
          <p:spPr>
            <a:xfrm>
              <a:off x="1659123" y="4420702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自然语言理解</a:t>
              </a:r>
              <a:endParaRPr lang="zh-CN" altLang="en-US" sz="160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671854" y="5095982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工具调用</a:t>
              </a:r>
              <a:endParaRPr lang="zh-CN" sz="1600"/>
            </a:p>
          </p:txBody>
        </p:sp>
        <p:sp>
          <p:nvSpPr>
            <p:cNvPr id="43" name="矩形 42"/>
            <p:cNvSpPr/>
            <p:nvPr/>
          </p:nvSpPr>
          <p:spPr>
            <a:xfrm>
              <a:off x="95624" y="3749623"/>
              <a:ext cx="7711328" cy="2190679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577752" y="3931395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RAG</a:t>
              </a:r>
              <a:r>
                <a:rPr lang="zh-CN" altLang="en-US" b="1"/>
                <a:t>服务</a:t>
              </a:r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3765624" y="4420702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提示词注入</a:t>
              </a:r>
              <a:endParaRPr lang="zh-CN" altLang="en-US" sz="1600"/>
            </a:p>
          </p:txBody>
        </p:sp>
        <p:sp>
          <p:nvSpPr>
            <p:cNvPr id="23" name="矩形 22"/>
            <p:cNvSpPr/>
            <p:nvPr/>
          </p:nvSpPr>
          <p:spPr>
            <a:xfrm>
              <a:off x="3778355" y="5095982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混合检索</a:t>
              </a:r>
              <a:endParaRPr lang="zh-CN" sz="160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684253" y="3926153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算法服务</a:t>
              </a:r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872125" y="4415460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路径规划</a:t>
              </a:r>
              <a:endParaRPr lang="zh-CN" altLang="en-US" sz="1600"/>
            </a:p>
          </p:txBody>
        </p:sp>
        <p:sp>
          <p:nvSpPr>
            <p:cNvPr id="26" name="矩形 25"/>
            <p:cNvSpPr/>
            <p:nvPr/>
          </p:nvSpPr>
          <p:spPr>
            <a:xfrm>
              <a:off x="5884856" y="5090740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600"/>
                <a:t>模拟仿真</a:t>
              </a:r>
              <a:endParaRPr lang="zh-CN" sz="1600"/>
            </a:p>
          </p:txBody>
        </p:sp>
      </p:grpSp>
      <p:sp>
        <p:nvSpPr>
          <p:cNvPr id="30" name="CustomShape 9"/>
          <p:cNvSpPr/>
          <p:nvPr/>
        </p:nvSpPr>
        <p:spPr>
          <a:xfrm>
            <a:off x="3612947" y="214839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数据安全计算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1" name="CustomShape 13"/>
          <p:cNvSpPr/>
          <p:nvPr/>
        </p:nvSpPr>
        <p:spPr>
          <a:xfrm>
            <a:off x="3612947" y="284595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角色访问控制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2" name="CustomShape 9"/>
          <p:cNvSpPr/>
          <p:nvPr/>
        </p:nvSpPr>
        <p:spPr>
          <a:xfrm>
            <a:off x="5688092" y="2148397"/>
            <a:ext cx="1740909" cy="517938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分布式</a:t>
            </a: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3" name="CustomShape 13"/>
          <p:cNvSpPr/>
          <p:nvPr/>
        </p:nvSpPr>
        <p:spPr>
          <a:xfrm>
            <a:off x="5706466" y="2835865"/>
            <a:ext cx="1722535" cy="489307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可视化计算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296910" y="2148205"/>
            <a:ext cx="1608455" cy="4071620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8411709" y="2945432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路径导航与智能问答</a:t>
            </a:r>
            <a:endParaRPr lang="en-US" altLang="zh-CN" sz="1600"/>
          </a:p>
        </p:txBody>
      </p:sp>
      <p:sp>
        <p:nvSpPr>
          <p:cNvPr id="36" name="箭头: 右 35"/>
          <p:cNvSpPr/>
          <p:nvPr/>
        </p:nvSpPr>
        <p:spPr>
          <a:xfrm>
            <a:off x="7825891" y="4624636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8491986" y="2372329"/>
            <a:ext cx="11644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latin typeface="+mn-ea"/>
              </a:defRPr>
            </a:lvl1pPr>
          </a:lstStyle>
          <a:p>
            <a:r>
              <a:rPr lang="zh-CN" altLang="en-US" b="0">
                <a:latin typeface="黑体" panose="02010609060101010101" charset="-122"/>
                <a:ea typeface="黑体" panose="02010609060101010101" charset="-122"/>
              </a:rPr>
              <a:t>平台交互</a:t>
            </a:r>
            <a:endParaRPr lang="en-US" altLang="zh-CN" b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412136" y="4011446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ym typeface="+mn-ea"/>
              </a:rPr>
              <a:t>场景分析</a:t>
            </a:r>
            <a:r>
              <a:rPr lang="zh-CN" altLang="en-US" sz="1600"/>
              <a:t>与路线规划</a:t>
            </a:r>
            <a:endParaRPr lang="en-US" altLang="zh-CN" sz="1600"/>
          </a:p>
        </p:txBody>
      </p:sp>
      <p:sp>
        <p:nvSpPr>
          <p:cNvPr id="81" name="矩形 80"/>
          <p:cNvSpPr/>
          <p:nvPr/>
        </p:nvSpPr>
        <p:spPr>
          <a:xfrm>
            <a:off x="8412136" y="5090207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许可生成与任务派发</a:t>
            </a:r>
            <a:endParaRPr lang="zh-CN" altLang="en-US" sz="1600"/>
          </a:p>
        </p:txBody>
      </p:sp>
      <p:sp>
        <p:nvSpPr>
          <p:cNvPr id="85" name="矩形 84"/>
          <p:cNvSpPr/>
          <p:nvPr/>
        </p:nvSpPr>
        <p:spPr>
          <a:xfrm>
            <a:off x="10412730" y="3389630"/>
            <a:ext cx="1717040" cy="26663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数据协同计算平台</a:t>
            </a:r>
            <a:endParaRPr lang="zh-CN" altLang="en-US" sz="1400" dirty="0"/>
          </a:p>
          <a:p>
            <a:pPr algn="ctr"/>
            <a:endParaRPr lang="zh-CN" altLang="en-US" sz="1400" dirty="0"/>
          </a:p>
        </p:txBody>
      </p:sp>
      <p:sp>
        <p:nvSpPr>
          <p:cNvPr id="87" name="箭头: 右 86"/>
          <p:cNvSpPr/>
          <p:nvPr/>
        </p:nvSpPr>
        <p:spPr>
          <a:xfrm>
            <a:off x="9871968" y="457809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箭头: 下 87"/>
          <p:cNvSpPr/>
          <p:nvPr/>
        </p:nvSpPr>
        <p:spPr>
          <a:xfrm rot="10800000">
            <a:off x="10960399" y="2247932"/>
            <a:ext cx="621437" cy="760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连接符 88"/>
          <p:cNvCxnSpPr/>
          <p:nvPr/>
        </p:nvCxnSpPr>
        <p:spPr>
          <a:xfrm>
            <a:off x="1471251" y="2740962"/>
            <a:ext cx="5957750" cy="0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ustomShape 9"/>
          <p:cNvSpPr/>
          <p:nvPr/>
        </p:nvSpPr>
        <p:spPr>
          <a:xfrm>
            <a:off x="3373114" y="1947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数据协同计算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6" name="CustomShape 9"/>
          <p:cNvSpPr/>
          <p:nvPr/>
        </p:nvSpPr>
        <p:spPr>
          <a:xfrm>
            <a:off x="5534930" y="195067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数据动态更新</a:t>
            </a:r>
            <a:endParaRPr kumimoji="0" lang="en-US" altLang="zh-CN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8" name="CustomShape 9"/>
          <p:cNvSpPr/>
          <p:nvPr/>
        </p:nvSpPr>
        <p:spPr>
          <a:xfrm>
            <a:off x="7640796" y="1947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跨设备联动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cxnSp>
        <p:nvCxnSpPr>
          <p:cNvPr id="99" name="直接连接符 98"/>
          <p:cNvCxnSpPr/>
          <p:nvPr/>
        </p:nvCxnSpPr>
        <p:spPr>
          <a:xfrm>
            <a:off x="1266613" y="878082"/>
            <a:ext cx="8044950" cy="0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/>
          <p:cNvSpPr/>
          <p:nvPr/>
        </p:nvSpPr>
        <p:spPr>
          <a:xfrm>
            <a:off x="1266614" y="946373"/>
            <a:ext cx="8044950" cy="865738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CustomShape 9"/>
          <p:cNvSpPr/>
          <p:nvPr/>
        </p:nvSpPr>
        <p:spPr>
          <a:xfrm>
            <a:off x="3780791" y="1095578"/>
            <a:ext cx="2526179" cy="5702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合规与审计追踪引擎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06" name="CustomShape 9"/>
          <p:cNvSpPr/>
          <p:nvPr/>
        </p:nvSpPr>
        <p:spPr>
          <a:xfrm>
            <a:off x="6525599" y="1098480"/>
            <a:ext cx="2526179" cy="5702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模型与算法生命周期管理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552575" y="1095375"/>
            <a:ext cx="1711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特殊车辆路线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调度系统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10379047" y="88776"/>
            <a:ext cx="1717329" cy="1788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智能物流路线调度系统</a:t>
            </a:r>
            <a:endParaRPr lang="zh-CN" altLang="en-US" sz="2400"/>
          </a:p>
        </p:txBody>
      </p:sp>
      <p:sp>
        <p:nvSpPr>
          <p:cNvPr id="112" name="箭头: 右 111"/>
          <p:cNvSpPr/>
          <p:nvPr/>
        </p:nvSpPr>
        <p:spPr>
          <a:xfrm>
            <a:off x="9820080" y="87809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35"/>
          <p:cNvSpPr/>
          <p:nvPr/>
        </p:nvSpPr>
        <p:spPr>
          <a:xfrm>
            <a:off x="7825891" y="2666296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3.xml><?xml version="1.0" encoding="utf-8"?>
<p:tagLst xmlns:p="http://schemas.openxmlformats.org/presentationml/2006/main">
  <p:tag name="COMMONDATA" val="eyJoZGlkIjoiY2M5MjMxNDFkMmIwZDMyZmNmMmJmOTNjYmQzN2NmZDMifQ=="/>
  <p:tag name="KSO_WPP_MARK_KEY" val="1d905b5a-c3dd-4ae6-b030-7794c1bf595d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WPS 演示</Application>
  <PresentationFormat>宽屏</PresentationFormat>
  <Paragraphs>89</Paragraphs>
  <Slides>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</vt:lpstr>
      <vt:lpstr>DejaVu Sans</vt:lpstr>
      <vt:lpstr>Calibri</vt:lpstr>
      <vt:lpstr>黑体</vt:lpstr>
      <vt:lpstr>Times New Roman</vt:lpstr>
      <vt:lpstr>Arial Unicode MS</vt:lpstr>
      <vt:lpstr>Wingdings</vt:lpstr>
      <vt:lpstr>Impact</vt:lpstr>
      <vt:lpstr>Aharoni</vt:lpstr>
      <vt:lpstr>Yu Gothic UI Semibold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默守黑白</cp:lastModifiedBy>
  <cp:revision>168</cp:revision>
  <dcterms:created xsi:type="dcterms:W3CDTF">2019-06-19T02:08:00Z</dcterms:created>
  <dcterms:modified xsi:type="dcterms:W3CDTF">2025-08-13T04:15:26Z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2052-12.8.2.18913</vt:lpwstr>
  </property>
  <property fmtid="{D5CDD505-2E9C-101B-9397-08002B2CF9AE}" pid="3" name="ICV">
    <vt:lpwstr>1BF6F5696DC543808B708B222239D5B3_13</vt:lpwstr>
  </property>
</Properties>
</file>